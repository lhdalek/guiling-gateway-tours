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open_src_project\trae_solo\guiling-gateway-tours\assets\guilin_hero_1280x7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631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731520"/>
            <a:ext cx="2560320" cy="34747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731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网站内容分析报告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桂林门户旅游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Guilin Gateway Tours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面向国际游客的桂林专业英文旅游网站 · 内容与功能全面解析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434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网站地址：guilin-gateway.vercel.app  |  技术栈：HTML5 / CSS3 /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网站概览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Guilin Gateway Tours 是一个面向国际游客的英文桂林旅游网站，提供漓江游船、阳朔探索和美食文化等精选旅游套餐。网站采用现代化设计，支持多语言切换（英/中/韩/日/西），并配备响应式布局，适配桌面、平板和手机端。</a:t>
            </a:r>
            <a:endParaRPr lang="en-US" sz="1300" dirty="0"/>
          </a:p>
        </p:txBody>
      </p:sp>
      <p:pic>
        <p:nvPicPr>
          <p:cNvPr id="7" name="Image 0" descr="e:\6.open_src_project\trae_solo\guiling-gateway-tours\assets\guilin_hero_1280x7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274320"/>
            <a:ext cx="402336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274320"/>
            <a:ext cx="73152" cy="25603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474720"/>
            <a:ext cx="1828800" cy="109728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3474720"/>
            <a:ext cx="54864" cy="10972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20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主要页面模块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06040" y="3474720"/>
            <a:ext cx="1828800" cy="109728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14" name="Shape 11"/>
          <p:cNvSpPr/>
          <p:nvPr/>
        </p:nvSpPr>
        <p:spPr>
          <a:xfrm>
            <a:off x="2606040" y="3474720"/>
            <a:ext cx="54864" cy="10972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3520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74320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支持语言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3474720"/>
            <a:ext cx="1828800" cy="109728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18" name="Shape 15"/>
          <p:cNvSpPr/>
          <p:nvPr/>
        </p:nvSpPr>
        <p:spPr>
          <a:xfrm>
            <a:off x="4663440" y="3474720"/>
            <a:ext cx="54864" cy="10972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9" name="Text 16"/>
          <p:cNvSpPr/>
          <p:nvPr/>
        </p:nvSpPr>
        <p:spPr>
          <a:xfrm>
            <a:off x="4800600" y="3520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80060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旅游套餐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20840" y="3474720"/>
            <a:ext cx="1828800" cy="109728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22" name="Shape 19"/>
          <p:cNvSpPr/>
          <p:nvPr/>
        </p:nvSpPr>
        <p:spPr>
          <a:xfrm>
            <a:off x="6720840" y="3474720"/>
            <a:ext cx="54864" cy="10972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3520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85800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核心功能区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桂林门户旅游网站分析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网站页面结构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首屏区域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桂林山水大图 + 标语 + CTA按钮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展示核心数据（10,000+游客、50+套餐、4.9评分）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14500"/>
            <a:ext cx="548640" cy="0"/>
          </a:xfrm>
          <a:prstGeom prst="line">
            <a:avLst/>
          </a:prstGeom>
          <a:noFill/>
          <a:ln w="19050">
            <a:solidFill>
              <a:srgbClr val="D4AC0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Packages 旅游套餐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3个精选套餐卡片展示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漓江游船 / 阳朔探索 / 美食文化之旅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400300"/>
            <a:ext cx="548640" cy="0"/>
          </a:xfrm>
          <a:prstGeom prst="line">
            <a:avLst/>
          </a:prstGeom>
          <a:noFill/>
          <a:ln w="19050">
            <a:solidFill>
              <a:srgbClr val="D4AC0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 优势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4大核心优势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专业导游 / 最佳价格 / 免费取消 / 24/7支持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086100"/>
            <a:ext cx="548640" cy="0"/>
          </a:xfrm>
          <a:prstGeom prst="line">
            <a:avLst/>
          </a:prstGeom>
          <a:noFill/>
          <a:ln w="19050">
            <a:solidFill>
              <a:srgbClr val="D4AC0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solidFill>
            <a:srgbClr val="239B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客户评价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3条来自国际游客的真实好评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英国/美国/德国游客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771900"/>
            <a:ext cx="548640" cy="0"/>
          </a:xfrm>
          <a:prstGeom prst="line">
            <a:avLst/>
          </a:prstGeom>
          <a:noFill/>
          <a:ln w="19050">
            <a:solidFill>
              <a:srgbClr val="D4AC0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187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联系表单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询价表单 + 联系方式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支持选择套餐、旅行日期和人数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4457700"/>
            <a:ext cx="548640" cy="0"/>
          </a:xfrm>
          <a:prstGeom prst="line">
            <a:avLst/>
          </a:prstGeom>
          <a:noFill/>
          <a:ln w="19050">
            <a:solidFill>
              <a:srgbClr val="D4AC0D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120640" y="1554480"/>
            <a:ext cx="1645920" cy="45720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19933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2240280"/>
            <a:ext cx="1645920" cy="45720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240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26791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2926080"/>
            <a:ext cx="1645920" cy="45720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60720" y="33649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20640" y="3611880"/>
            <a:ext cx="1645920" cy="45720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60720" y="40507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20640" y="4297680"/>
            <a:ext cx="1645920" cy="45720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32320" y="1554480"/>
            <a:ext cx="164592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722376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页面特性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23760" y="2011680"/>
            <a:ext cx="1463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响应式设计</a:t>
            </a:r>
            <a:endParaRPr lang="en-US" sz="10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多语言切换</a:t>
            </a:r>
            <a:endParaRPr lang="en-US" sz="10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平滑滚动动画</a:t>
            </a:r>
            <a:endParaRPr lang="en-US" sz="10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移动端菜单</a:t>
            </a:r>
            <a:endParaRPr lang="en-US" sz="10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表单验证</a:t>
            </a:r>
            <a:endParaRPr lang="en-US" sz="10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Google字体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桂林门户旅游网站分析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三大精选旅游套餐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Tour Packages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0000"/>
              </a:srgbClr>
            </a:outerShdw>
          </a:effectLst>
        </p:spPr>
      </p:sp>
      <p:pic>
        <p:nvPicPr>
          <p:cNvPr id="7" name="Image 0" descr="e:\6.open_src_project\trae_solo\guiling-gateway-tours\assets\li_river_cruise_1280x7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2606040" cy="1280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527048"/>
            <a:ext cx="640080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5270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最畅销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377440"/>
            <a:ext cx="685800" cy="256032"/>
          </a:xfrm>
          <a:prstGeom prst="rect">
            <a:avLst/>
          </a:prstGeom>
          <a:solidFill>
            <a:srgbClr val="1B2631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286000" y="23774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经典漓江游船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063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Li River Cruise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从桂林到阳朔，乘坐舒适游船穿越壮丽的喀斯特地貌，欣赏20元人民币背面的经典山水风光。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$89/人起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4526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游船  🏔 喀斯特  📷 拍照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83280" y="141732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e:\6.open_src_project\trae_solo\guiling-gateway-tours\assets\yangshuo_1280x72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1417320"/>
            <a:ext cx="2606040" cy="12801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493008" y="1527048"/>
            <a:ext cx="640080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0" name="Text 16"/>
          <p:cNvSpPr/>
          <p:nvPr/>
        </p:nvSpPr>
        <p:spPr>
          <a:xfrm>
            <a:off x="3493008" y="15270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热门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120640" y="2377440"/>
            <a:ext cx="685800" cy="256032"/>
          </a:xfrm>
          <a:prstGeom prst="rect">
            <a:avLst/>
          </a:prstGeom>
          <a:solidFill>
            <a:srgbClr val="1B2631">
              <a:alpha val="7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5120640" y="23774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2天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52044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阳朔探索之旅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520440" y="3063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Yangshuo Discovery Tour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52044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骑行和竹筏探索阳朔美丽乡村，参观古村落和梯田，观看《印象·刘三姐》大型山水实景演出。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52044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$159/人起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3520440" y="4526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 骑行  🎋 竹筏  🎭 演出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17920" y="141732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0000"/>
              </a:srgbClr>
            </a:outerShdw>
          </a:effectLst>
        </p:spPr>
      </p:sp>
      <p:pic>
        <p:nvPicPr>
          <p:cNvPr id="29" name="Image 2" descr="e:\6.open_src_project\trae_solo\guiling-gateway-tours\assets\guilin_food_1280x720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417320"/>
            <a:ext cx="2606040" cy="128016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327648" y="1527048"/>
            <a:ext cx="640080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31" name="Text 26"/>
          <p:cNvSpPr/>
          <p:nvPr/>
        </p:nvSpPr>
        <p:spPr>
          <a:xfrm>
            <a:off x="6327648" y="15270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新品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7955280" y="2377440"/>
            <a:ext cx="685800" cy="256032"/>
          </a:xfrm>
          <a:prstGeom prst="rect">
            <a:avLst/>
          </a:prstGeom>
          <a:solidFill>
            <a:srgbClr val="1B2631">
              <a:alpha val="7000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7955280" y="23774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半天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35508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桂林美食文化之旅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355080" y="3063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Guilin Food &amp; Culture Walk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35508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品味桂林地道美食，从传奇的桂林米粉到啤酒鱼和特色小吃，一场全方位的味蕾盛宴。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35508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$49/人起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6355080" y="4526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米粉  🐟 啤酒鱼  🏪 市集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桂林门户旅游网站分析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网站核心竞争优势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Competitive Advantages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3931920" cy="141732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" cy="14173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专业本地导游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Local Guides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英语认证导游，熟悉每一个隐藏的宝藏景点和秘密观景台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463040"/>
            <a:ext cx="73152" cy="14173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783080"/>
            <a:ext cx="640080" cy="6400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最佳价格保证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5216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 Guarantee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有竞争力的定价，无隐藏费用，匹配同类旅游套餐价格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3931920" cy="141732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154680"/>
            <a:ext cx="73152" cy="14173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免费取消政策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Cancellation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计划有变？提前48小时取消可获全额退款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393192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3154680"/>
            <a:ext cx="73152" cy="14173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3474720"/>
            <a:ext cx="640080" cy="6400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85216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全天候客户支持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5216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旅行全程通过WhatsApp、邮件或电话提供实时协助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桂林门户旅游网站分析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国际游客真实评价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Traveler Reviews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30175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C0D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漓江游船令人叹为观止。我们的导游知识渊博又风趣幽默。这是我们整个中国之行的最大亮点！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Li River cruise was absolutely breathtaking. Our guide was knowledgeable and fun."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3840480"/>
            <a:ext cx="411480" cy="411480"/>
          </a:xfrm>
          <a:prstGeom prst="ellipse">
            <a:avLst/>
          </a:prstGeom>
          <a:solidFill>
            <a:srgbClr val="0E665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Mitchell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英国伦敦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4630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463040"/>
            <a:ext cx="54864" cy="30175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C0D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1965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桂林门户让一切变得轻松无忧。从机场接送到阳朔骑行之旅——每一个细节都安排得完美无缺。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"Guilin Gateway made everything effortless. Every detail was perfectly arranged."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11880" y="3840480"/>
            <a:ext cx="411480" cy="411480"/>
          </a:xfrm>
          <a:prstGeom prst="ellipse">
            <a:avLst/>
          </a:prstGeom>
          <a:solidFill>
            <a:srgbClr val="0E6655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Chen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美国旧金山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463040"/>
            <a:ext cx="54864" cy="30175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C0D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1965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美食之旅太棒了！我们品尝了许多自己根本找不到的菜品。当地市场参观是一次真正的文化体验。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food tour was incredible! We tried dishes we'd never find on our own."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46520" y="3840480"/>
            <a:ext cx="411480" cy="411480"/>
          </a:xfrm>
          <a:prstGeom prst="ellipse">
            <a:avLst/>
          </a:prstGeom>
          <a:solidFill>
            <a:srgbClr val="0E6655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Schmidt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德国慕尼黑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桂林门户旅游网站分析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技术实现与联系方式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Contact Info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3840480" cy="3200400"/>
          </a:xfrm>
          <a:prstGeom prst="rect">
            <a:avLst/>
          </a:prstGeom>
          <a:solidFill>
            <a:srgbClr val="E8F5F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4864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前端技术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JavaScript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487168"/>
            <a:ext cx="54864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87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(Playfair Display + Inter)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871216"/>
            <a:ext cx="54864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871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871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+ Grid 响应式设计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255264"/>
            <a:ext cx="54864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255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255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自动部署（推送即发布）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639312"/>
            <a:ext cx="54864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5种语言（英/中/韩/日/西）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023360"/>
            <a:ext cx="54864" cy="25603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6596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CSS过渡 + 平滑滚动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463040"/>
            <a:ext cx="402336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1463040"/>
            <a:ext cx="4023360" cy="54864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6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83480" y="2103120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2084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22860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info@guilingateway.com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2578608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2560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2761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+86 138-0000-0000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3054096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0" y="3035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工作时间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32369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周一至周六 9:00-21:00 (GMT+8)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83480" y="3529584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86400" y="3511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办公地址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37124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中国广西桂林市中山路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83480" y="4005072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4005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0" y="3986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网站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0" y="41879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guilin-gateway.vercel.app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桂林门户旅游网站分析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open_src_project\trae_solo\guiling-gateway-tours\assets\guilin_hero_1280x7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631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总结与建议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945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网站定位清晰 — 面向国际游客的桂林专业旅游服务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19456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内容丰富完整 — 涵盖套餐展示、优势说明、客户评价和联系方式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459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19456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设计专业美观 — 响应式布局、多语言支持、现代化UI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4592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19456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转化路径明确 — 多处CTA按钮引导用户预订和咨询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  |  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桂林门户旅游网站分析</dc:title>
  <dc:subject>PptxGenJS Presentation</dc:subject>
  <dc:creator>SOLO</dc:creator>
  <cp:lastModifiedBy>SOLO</cp:lastModifiedBy>
  <cp:revision>1</cp:revision>
  <dcterms:created xsi:type="dcterms:W3CDTF">2026-05-12T14:02:17Z</dcterms:created>
  <dcterms:modified xsi:type="dcterms:W3CDTF">2026-05-12T14:02:17Z</dcterms:modified>
</cp:coreProperties>
</file>